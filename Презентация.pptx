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11"/>
    <p:restoredTop sz="94656"/>
  </p:normalViewPr>
  <p:slideViewPr>
    <p:cSldViewPr snapToGrid="0" snapToObjects="1">
      <p:cViewPr varScale="1">
        <p:scale>
          <a:sx n="63" d="100"/>
          <a:sy n="63" d="100"/>
        </p:scale>
        <p:origin x="48" y="3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12" y="1459511"/>
            <a:ext cx="7398413" cy="2114895"/>
          </a:xfrm>
          <a:ln>
            <a:noFill/>
          </a:ln>
        </p:spPr>
        <p:txBody>
          <a:bodyPr>
            <a:normAutofit/>
          </a:bodyPr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lang="en" sz="9600" b="1" dirty="0">
                <a:solidFill>
                  <a:schemeClr val="accent6">
                    <a:lumMod val="50000"/>
                  </a:schemeClr>
                </a:solidFill>
                <a:effectLst>
                  <a:glow rad="228600">
                    <a:schemeClr val="accent6">
                      <a:lumMod val="75000"/>
                      <a:alpha val="40000"/>
                    </a:schemeClr>
                  </a:glow>
                </a:effectLst>
              </a:rPr>
              <a:t>DoKusochka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840" y="3574406"/>
            <a:ext cx="6451371" cy="1691639"/>
          </a:xfrm>
          <a:ln>
            <a:noFill/>
          </a:ln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Мобильное приложение для заказа еды с доставкой и управления пиццерией.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52D5C-98C2-900C-9544-DD913C4FBBF6}"/>
              </a:ext>
            </a:extLst>
          </p:cNvPr>
          <p:cNvSpPr txBox="1"/>
          <p:nvPr/>
        </p:nvSpPr>
        <p:spPr>
          <a:xfrm>
            <a:off x="70859" y="5883258"/>
            <a:ext cx="42954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Выполнила: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Самаричева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Елена 408ИС-22</a:t>
            </a:r>
          </a:p>
          <a:p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Руководитель: Кусков Ф.В.</a:t>
            </a:r>
          </a:p>
          <a:p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1A78EF0-42D2-321B-C8DE-7F5B96E1CE75}"/>
              </a:ext>
            </a:extLst>
          </p:cNvPr>
          <p:cNvGrpSpPr/>
          <p:nvPr/>
        </p:nvGrpSpPr>
        <p:grpSpPr>
          <a:xfrm>
            <a:off x="288865" y="1637218"/>
            <a:ext cx="1587302" cy="1587302"/>
            <a:chOff x="320040" y="1369892"/>
            <a:chExt cx="1587302" cy="1587302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4046CC70-4662-5462-310C-AB41F82F4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040" y="1369892"/>
              <a:ext cx="1587302" cy="1587302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674B6AFE-F61A-10D6-6B93-92D58B6E7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369892"/>
              <a:ext cx="1536508" cy="15873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573D0-73FB-82B7-36D0-D40A3CAE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55" y="441960"/>
            <a:ext cx="8229600" cy="762158"/>
          </a:xfrm>
          <a:effectLst>
            <a:glow rad="127000">
              <a:schemeClr val="accent6">
                <a:lumMod val="75000"/>
              </a:schemeClr>
            </a:glow>
          </a:effectLst>
        </p:spPr>
        <p:txBody>
          <a:bodyPr>
            <a:normAutofit fontScale="90000"/>
          </a:bodyPr>
          <a:lstStyle/>
          <a:p>
            <a:r>
              <a:rPr lang="ru-RU" sz="4400" b="1" i="0" u="none" strike="noStrike" dirty="0">
                <a:solidFill>
                  <a:schemeClr val="accent6">
                    <a:lumMod val="50000"/>
                  </a:schemeClr>
                </a:solidFill>
                <a:effectLst/>
              </a:rPr>
              <a:t>План проекта</a:t>
            </a:r>
            <a:br>
              <a:rPr lang="ru-RU" sz="4400" b="0" i="0" u="none" strike="noStrike" dirty="0">
                <a:solidFill>
                  <a:schemeClr val="accent4"/>
                </a:solidFill>
                <a:effectLst/>
              </a:rPr>
            </a:b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7F1AE9-AFA3-4C96-8EAC-A5CA1230E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045" y="1050333"/>
            <a:ext cx="8229600" cy="6149182"/>
          </a:xfrm>
        </p:spPr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ru-RU" sz="2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Анализ предметной области и постановка задачи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Исследование существующих решений для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заказа еды с доставкой и управления пиццерией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Определение целевой аудитории и их потребностей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Формулировка функциональных и нефункциональных требований</a:t>
            </a:r>
          </a:p>
          <a:p>
            <a:pPr algn="l">
              <a:buFont typeface="+mj-lt"/>
              <a:buAutoNum type="arabicPeriod"/>
            </a:pPr>
            <a:r>
              <a:rPr lang="ru-RU" sz="2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Проектирование архитектуры приложения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Выбор технологического стека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Проектирование базы данных и структуры данных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Разработка </a:t>
            </a:r>
            <a:r>
              <a:rPr lang="en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UML-</a:t>
            </a: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диаграмм и прототипов интерфейса</a:t>
            </a:r>
          </a:p>
          <a:p>
            <a:pPr algn="l">
              <a:buFont typeface="+mj-lt"/>
              <a:buAutoNum type="arabicPeriod"/>
            </a:pPr>
            <a:r>
              <a:rPr lang="ru-RU" sz="2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Реализация базового функционала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Настройка проекта в </a:t>
            </a:r>
            <a:r>
              <a:rPr lang="en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Android Studio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Реализация системы аутентификации и регистрации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Разработка модуля меню и корзины товаров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Создание системы заказов и управления ими</a:t>
            </a:r>
            <a:endParaRPr lang="ru-RU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E3F46-3128-B4C0-037C-A0A3F8B30D1E}"/>
              </a:ext>
            </a:extLst>
          </p:cNvPr>
          <p:cNvSpPr/>
          <p:nvPr/>
        </p:nvSpPr>
        <p:spPr>
          <a:xfrm>
            <a:off x="457200" y="777319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55740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47601-DB23-A343-A14D-0F9D6AF88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i="0" u="none" strike="noStrike" dirty="0">
                <a:solidFill>
                  <a:schemeClr val="accent6">
                    <a:lumMod val="50000"/>
                  </a:schemeClr>
                </a:solidFill>
                <a:effectLst/>
              </a:rPr>
              <a:t>План проекта</a:t>
            </a:r>
            <a:br>
              <a:rPr lang="ru-RU" sz="4400" b="0" i="0" u="none" strike="noStrike" dirty="0">
                <a:solidFill>
                  <a:schemeClr val="accent4"/>
                </a:solidFill>
                <a:effectLst/>
              </a:rPr>
            </a:b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C44AD4-7671-3E57-D718-717882B56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5063173"/>
          </a:xfrm>
        </p:spPr>
        <p:txBody>
          <a:bodyPr>
            <a:noAutofit/>
          </a:bodyPr>
          <a:lstStyle/>
          <a:p>
            <a:pPr marL="742950" lvl="1" indent="-285750" algn="l">
              <a:buFont typeface="+mj-lt"/>
              <a:buAutoNum type="arabicPeriod"/>
            </a:pPr>
            <a:endParaRPr lang="ru-RU" sz="2200" b="0" i="0" u="none" strike="noStrike" dirty="0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algn="l">
              <a:buFont typeface="+mj-lt"/>
              <a:buAutoNum type="arabicPeriod" startAt="4"/>
            </a:pPr>
            <a:r>
              <a:rPr lang="ru-RU" sz="22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Реализация дополнительных функций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Разработка административной панели</a:t>
            </a: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Интеграция системы аналитики и отчетности</a:t>
            </a: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Реализация экспорта данных в CSV</a:t>
            </a: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Добавление офлайн-режима и </a:t>
            </a:r>
            <a:r>
              <a:rPr lang="en-US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push-</a:t>
            </a: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уведомлений</a:t>
            </a:r>
          </a:p>
          <a:p>
            <a:pPr algn="l">
              <a:buFont typeface="+mj-lt"/>
              <a:buAutoNum type="arabicPeriod" startAt="4"/>
            </a:pPr>
            <a:r>
              <a:rPr lang="ru-RU" sz="22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Тестирование и отладка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Модульное тестирование компонентов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Тестирование пользовательского интерфейса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Исправление ошибок и оптимизация производительности</a:t>
            </a:r>
          </a:p>
          <a:p>
            <a:pPr algn="l">
              <a:buFont typeface="+mj-lt"/>
              <a:buAutoNum type="arabicPeriod" startAt="4"/>
            </a:pPr>
            <a:r>
              <a:rPr lang="ru-RU" sz="22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Документирование проекта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Написание пользовательской инструкции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Подготовка презентации и демонстрационных материалов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Оформление технической документации</a:t>
            </a:r>
          </a:p>
          <a:p>
            <a:endParaRPr lang="ru-RU" sz="2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09680A-62F6-CD54-A99B-1166C26CD054}"/>
              </a:ext>
            </a:extLst>
          </p:cNvPr>
          <p:cNvSpPr/>
          <p:nvPr/>
        </p:nvSpPr>
        <p:spPr>
          <a:xfrm>
            <a:off x="571500" y="902969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2523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Идея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и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цель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проекта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230" y="1965960"/>
            <a:ext cx="8511540" cy="3253741"/>
          </a:xfrm>
        </p:spPr>
        <p:txBody>
          <a:bodyPr/>
          <a:lstStyle/>
          <a:p>
            <a:pPr marL="0" indent="0" algn="just">
              <a:buNone/>
              <a:defRPr sz="2500">
                <a:solidFill>
                  <a:srgbClr val="F0F0F0"/>
                </a:solidFill>
              </a:defRPr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Основная идея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</a:rPr>
              <a:t>DoKusochka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 — создание удобного, стабильного и безопасного мобильного приложения для заказа пиццы с доставкой и управления пиццерией.</a:t>
            </a:r>
          </a:p>
          <a:p>
            <a:pPr marL="0" indent="0" algn="just">
              <a:buNone/>
              <a:defRPr sz="2500">
                <a:solidFill>
                  <a:srgbClr val="F0F0F0"/>
                </a:solidFill>
              </a:defRPr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Проект ориентирован на пользователей, ценящих скорость, простоту оформления заказа, а также на администраторов, которым требуется эффективный инструмент для управления меню и заказами.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Основной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функционал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6022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Для клиентов: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Просмотр меню с категориями: пицца, закуски, напитки</a:t>
            </a: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Интерактивное добавление товаров в корзину</a:t>
            </a: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Оформление заказа в 3 шага</a:t>
            </a: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Личный кабинет с управлением данными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Для администраторов: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Управление меню (добавление, удаление)</a:t>
            </a: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Управление заказами (просмотр, фильтрация, изменение статусов)</a:t>
            </a: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Просмотр клиентской базы и статистики</a:t>
            </a: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Экспорт данных в CSV</a:t>
            </a:r>
          </a:p>
          <a:p>
            <a:pPr marL="0" indent="0">
              <a:buNone/>
              <a:defRPr sz="2500">
                <a:solidFill>
                  <a:srgbClr val="F0F0F0"/>
                </a:solidFill>
              </a:defRPr>
            </a:pP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Архитектура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проекта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Монолитное приложение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: весь код в одном модуле</a:t>
            </a:r>
          </a:p>
          <a:p>
            <a:pPr marL="0" lv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Смешанная архитектура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: сочетание MVC и традиционного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</a:rPr>
              <a:t>Android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 подхода</a:t>
            </a:r>
          </a:p>
          <a:p>
            <a:pPr marL="0" lv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Слоистая структура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, но без четкого разделения ответственности</a:t>
            </a:r>
          </a:p>
          <a:p>
            <a:pPr marL="0" lv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Клиент-серверная модель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, но серверная часть локальная (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</a:rPr>
              <a:t>SQLite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Используемые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технологии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Kotlin + Android Studio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основной стек разработки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SQLite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локальное хранение данных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WorkBench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работа с БД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Material Design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современный интерфейс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GitHub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контроль версий и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CI/CD (Actions)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Figma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прототипирование интерфейса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199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Планы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развития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Добавление истории заказов для клиентов</a:t>
            </a: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Внедрение системы скидок и промокодов</a:t>
            </a: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Интеграция с картами для отслеживания доставки</a:t>
            </a: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Расширение аналитики для администраторов</a:t>
            </a: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Поддержка темной темы</a:t>
            </a: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Публикация в Google Play /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</a:rPr>
              <a:t>RuStore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Выводы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err="1">
                <a:solidFill>
                  <a:schemeClr val="tx2">
                    <a:lumMod val="75000"/>
                  </a:schemeClr>
                </a:solidFill>
              </a:rPr>
              <a:t>DoKusochka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 — это полнофункциональное мобильное приложение для заказа еды с доставкой и управления пиццерией. Проект сочетает в себе: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Удобный интерфейс для клиентов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Админ-панель для управления бизнес-процессами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Надежную локальную БД с синхронизацией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Гибкую архитектуру для дальнейшего развития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407</Words>
  <Application>Microsoft Office PowerPoint</Application>
  <PresentationFormat>Экран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DoKusochka</vt:lpstr>
      <vt:lpstr>План проекта </vt:lpstr>
      <vt:lpstr>План проекта </vt:lpstr>
      <vt:lpstr>Идея и цель проекта</vt:lpstr>
      <vt:lpstr>Основной функционал</vt:lpstr>
      <vt:lpstr>Архитектура проекта</vt:lpstr>
      <vt:lpstr>Используемые технологии</vt:lpstr>
      <vt:lpstr>Планы развития</vt:lpstr>
      <vt:lpstr>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Coinly</dc:title>
  <dc:subject/>
  <dc:creator>Елена Самаричева</dc:creator>
  <cp:keywords/>
  <dc:description>generated using python-pptx</dc:description>
  <cp:lastModifiedBy>alena18102006@mail.ru</cp:lastModifiedBy>
  <cp:revision>6</cp:revision>
  <dcterms:created xsi:type="dcterms:W3CDTF">2013-01-27T09:14:16Z</dcterms:created>
  <dcterms:modified xsi:type="dcterms:W3CDTF">2025-12-14T16:35:26Z</dcterms:modified>
  <cp:category/>
</cp:coreProperties>
</file>